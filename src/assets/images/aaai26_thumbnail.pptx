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8099425" cy="4248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57" d="100"/>
          <a:sy n="157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428" y="695241"/>
            <a:ext cx="6074569" cy="1478986"/>
          </a:xfrm>
        </p:spPr>
        <p:txBody>
          <a:bodyPr anchor="b"/>
          <a:lstStyle>
            <a:lvl1pPr algn="ctr">
              <a:defRPr sz="3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2428" y="2231262"/>
            <a:ext cx="6074569" cy="1025653"/>
          </a:xfrm>
        </p:spPr>
        <p:txBody>
          <a:bodyPr/>
          <a:lstStyle>
            <a:lvl1pPr marL="0" indent="0" algn="ctr">
              <a:buNone/>
              <a:defRPr sz="1487"/>
            </a:lvl1pPr>
            <a:lvl2pPr marL="283190" indent="0" algn="ctr">
              <a:buNone/>
              <a:defRPr sz="1239"/>
            </a:lvl2pPr>
            <a:lvl3pPr marL="566379" indent="0" algn="ctr">
              <a:buNone/>
              <a:defRPr sz="1115"/>
            </a:lvl3pPr>
            <a:lvl4pPr marL="849569" indent="0" algn="ctr">
              <a:buNone/>
              <a:defRPr sz="991"/>
            </a:lvl4pPr>
            <a:lvl5pPr marL="1132759" indent="0" algn="ctr">
              <a:buNone/>
              <a:defRPr sz="991"/>
            </a:lvl5pPr>
            <a:lvl6pPr marL="1415948" indent="0" algn="ctr">
              <a:buNone/>
              <a:defRPr sz="991"/>
            </a:lvl6pPr>
            <a:lvl7pPr marL="1699138" indent="0" algn="ctr">
              <a:buNone/>
              <a:defRPr sz="991"/>
            </a:lvl7pPr>
            <a:lvl8pPr marL="1982328" indent="0" algn="ctr">
              <a:buNone/>
              <a:defRPr sz="991"/>
            </a:lvl8pPr>
            <a:lvl9pPr marL="2265517" indent="0" algn="ctr">
              <a:buNone/>
              <a:defRPr sz="9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599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1816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617" y="1059088"/>
            <a:ext cx="6985754" cy="1767112"/>
          </a:xfrm>
        </p:spPr>
        <p:txBody>
          <a:bodyPr anchor="b"/>
          <a:lstStyle>
            <a:lvl1pPr>
              <a:defRPr sz="3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617" y="2842917"/>
            <a:ext cx="6985754" cy="929283"/>
          </a:xfrm>
        </p:spPr>
        <p:txBody>
          <a:bodyPr/>
          <a:lstStyle>
            <a:lvl1pPr marL="0" indent="0">
              <a:buNone/>
              <a:defRPr sz="1487">
                <a:solidFill>
                  <a:schemeClr val="tx1">
                    <a:tint val="82000"/>
                  </a:schemeClr>
                </a:solidFill>
              </a:defRPr>
            </a:lvl1pPr>
            <a:lvl2pPr marL="283190" indent="0">
              <a:buNone/>
              <a:defRPr sz="1239">
                <a:solidFill>
                  <a:schemeClr val="tx1">
                    <a:tint val="82000"/>
                  </a:schemeClr>
                </a:solidFill>
              </a:defRPr>
            </a:lvl2pPr>
            <a:lvl3pPr marL="566379" indent="0">
              <a:buNone/>
              <a:defRPr sz="1115">
                <a:solidFill>
                  <a:schemeClr val="tx1">
                    <a:tint val="82000"/>
                  </a:schemeClr>
                </a:solidFill>
              </a:defRPr>
            </a:lvl3pPr>
            <a:lvl4pPr marL="849569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4pPr>
            <a:lvl5pPr marL="1132759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5pPr>
            <a:lvl6pPr marL="1415948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6pPr>
            <a:lvl7pPr marL="1699138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7pPr>
            <a:lvl8pPr marL="1982328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8pPr>
            <a:lvl9pPr marL="2265517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6350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6835" y="1130873"/>
            <a:ext cx="3442256" cy="2695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0334" y="1130873"/>
            <a:ext cx="3442256" cy="2695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3264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0" y="226175"/>
            <a:ext cx="6985754" cy="821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891" y="1041387"/>
            <a:ext cx="3426436" cy="510368"/>
          </a:xfrm>
        </p:spPr>
        <p:txBody>
          <a:bodyPr anchor="b"/>
          <a:lstStyle>
            <a:lvl1pPr marL="0" indent="0">
              <a:buNone/>
              <a:defRPr sz="1487" b="1"/>
            </a:lvl1pPr>
            <a:lvl2pPr marL="283190" indent="0">
              <a:buNone/>
              <a:defRPr sz="1239" b="1"/>
            </a:lvl2pPr>
            <a:lvl3pPr marL="566379" indent="0">
              <a:buNone/>
              <a:defRPr sz="1115" b="1"/>
            </a:lvl3pPr>
            <a:lvl4pPr marL="849569" indent="0">
              <a:buNone/>
              <a:defRPr sz="991" b="1"/>
            </a:lvl4pPr>
            <a:lvl5pPr marL="1132759" indent="0">
              <a:buNone/>
              <a:defRPr sz="991" b="1"/>
            </a:lvl5pPr>
            <a:lvl6pPr marL="1415948" indent="0">
              <a:buNone/>
              <a:defRPr sz="991" b="1"/>
            </a:lvl6pPr>
            <a:lvl7pPr marL="1699138" indent="0">
              <a:buNone/>
              <a:defRPr sz="991" b="1"/>
            </a:lvl7pPr>
            <a:lvl8pPr marL="1982328" indent="0">
              <a:buNone/>
              <a:defRPr sz="991" b="1"/>
            </a:lvl8pPr>
            <a:lvl9pPr marL="2265517" indent="0">
              <a:buNone/>
              <a:defRPr sz="9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891" y="1551755"/>
            <a:ext cx="3426436" cy="228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00334" y="1041387"/>
            <a:ext cx="3443311" cy="510368"/>
          </a:xfrm>
        </p:spPr>
        <p:txBody>
          <a:bodyPr anchor="b"/>
          <a:lstStyle>
            <a:lvl1pPr marL="0" indent="0">
              <a:buNone/>
              <a:defRPr sz="1487" b="1"/>
            </a:lvl1pPr>
            <a:lvl2pPr marL="283190" indent="0">
              <a:buNone/>
              <a:defRPr sz="1239" b="1"/>
            </a:lvl2pPr>
            <a:lvl3pPr marL="566379" indent="0">
              <a:buNone/>
              <a:defRPr sz="1115" b="1"/>
            </a:lvl3pPr>
            <a:lvl4pPr marL="849569" indent="0">
              <a:buNone/>
              <a:defRPr sz="991" b="1"/>
            </a:lvl4pPr>
            <a:lvl5pPr marL="1132759" indent="0">
              <a:buNone/>
              <a:defRPr sz="991" b="1"/>
            </a:lvl5pPr>
            <a:lvl6pPr marL="1415948" indent="0">
              <a:buNone/>
              <a:defRPr sz="991" b="1"/>
            </a:lvl6pPr>
            <a:lvl7pPr marL="1699138" indent="0">
              <a:buNone/>
              <a:defRPr sz="991" b="1"/>
            </a:lvl7pPr>
            <a:lvl8pPr marL="1982328" indent="0">
              <a:buNone/>
              <a:defRPr sz="991" b="1"/>
            </a:lvl8pPr>
            <a:lvl9pPr marL="2265517" indent="0">
              <a:buNone/>
              <a:defRPr sz="9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00334" y="1551755"/>
            <a:ext cx="3443311" cy="228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3626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3508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7472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1" y="283210"/>
            <a:ext cx="2612275" cy="991235"/>
          </a:xfrm>
        </p:spPr>
        <p:txBody>
          <a:bodyPr anchor="b"/>
          <a:lstStyle>
            <a:lvl1pPr>
              <a:defRPr sz="19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3311" y="611655"/>
            <a:ext cx="4100334" cy="3018940"/>
          </a:xfrm>
        </p:spPr>
        <p:txBody>
          <a:bodyPr/>
          <a:lstStyle>
            <a:lvl1pPr>
              <a:defRPr sz="1982"/>
            </a:lvl1pPr>
            <a:lvl2pPr>
              <a:defRPr sz="1734"/>
            </a:lvl2pPr>
            <a:lvl3pPr>
              <a:defRPr sz="1487"/>
            </a:lvl3pPr>
            <a:lvl4pPr>
              <a:defRPr sz="1239"/>
            </a:lvl4pPr>
            <a:lvl5pPr>
              <a:defRPr sz="1239"/>
            </a:lvl5pPr>
            <a:lvl6pPr>
              <a:defRPr sz="1239"/>
            </a:lvl6pPr>
            <a:lvl7pPr>
              <a:defRPr sz="1239"/>
            </a:lvl7pPr>
            <a:lvl8pPr>
              <a:defRPr sz="1239"/>
            </a:lvl8pPr>
            <a:lvl9pPr>
              <a:defRPr sz="12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7891" y="1274445"/>
            <a:ext cx="2612275" cy="2361067"/>
          </a:xfrm>
        </p:spPr>
        <p:txBody>
          <a:bodyPr/>
          <a:lstStyle>
            <a:lvl1pPr marL="0" indent="0">
              <a:buNone/>
              <a:defRPr sz="991"/>
            </a:lvl1pPr>
            <a:lvl2pPr marL="283190" indent="0">
              <a:buNone/>
              <a:defRPr sz="867"/>
            </a:lvl2pPr>
            <a:lvl3pPr marL="566379" indent="0">
              <a:buNone/>
              <a:defRPr sz="743"/>
            </a:lvl3pPr>
            <a:lvl4pPr marL="849569" indent="0">
              <a:buNone/>
              <a:defRPr sz="619"/>
            </a:lvl4pPr>
            <a:lvl5pPr marL="1132759" indent="0">
              <a:buNone/>
              <a:defRPr sz="619"/>
            </a:lvl5pPr>
            <a:lvl6pPr marL="1415948" indent="0">
              <a:buNone/>
              <a:defRPr sz="619"/>
            </a:lvl6pPr>
            <a:lvl7pPr marL="1699138" indent="0">
              <a:buNone/>
              <a:defRPr sz="619"/>
            </a:lvl7pPr>
            <a:lvl8pPr marL="1982328" indent="0">
              <a:buNone/>
              <a:defRPr sz="619"/>
            </a:lvl8pPr>
            <a:lvl9pPr marL="2265517" indent="0">
              <a:buNone/>
              <a:defRPr sz="6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2775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1" y="283210"/>
            <a:ext cx="2612275" cy="991235"/>
          </a:xfrm>
        </p:spPr>
        <p:txBody>
          <a:bodyPr anchor="b"/>
          <a:lstStyle>
            <a:lvl1pPr>
              <a:defRPr sz="19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43311" y="611655"/>
            <a:ext cx="4100334" cy="3018940"/>
          </a:xfrm>
        </p:spPr>
        <p:txBody>
          <a:bodyPr anchor="t"/>
          <a:lstStyle>
            <a:lvl1pPr marL="0" indent="0">
              <a:buNone/>
              <a:defRPr sz="1982"/>
            </a:lvl1pPr>
            <a:lvl2pPr marL="283190" indent="0">
              <a:buNone/>
              <a:defRPr sz="1734"/>
            </a:lvl2pPr>
            <a:lvl3pPr marL="566379" indent="0">
              <a:buNone/>
              <a:defRPr sz="1487"/>
            </a:lvl3pPr>
            <a:lvl4pPr marL="849569" indent="0">
              <a:buNone/>
              <a:defRPr sz="1239"/>
            </a:lvl4pPr>
            <a:lvl5pPr marL="1132759" indent="0">
              <a:buNone/>
              <a:defRPr sz="1239"/>
            </a:lvl5pPr>
            <a:lvl6pPr marL="1415948" indent="0">
              <a:buNone/>
              <a:defRPr sz="1239"/>
            </a:lvl6pPr>
            <a:lvl7pPr marL="1699138" indent="0">
              <a:buNone/>
              <a:defRPr sz="1239"/>
            </a:lvl7pPr>
            <a:lvl8pPr marL="1982328" indent="0">
              <a:buNone/>
              <a:defRPr sz="1239"/>
            </a:lvl8pPr>
            <a:lvl9pPr marL="2265517" indent="0">
              <a:buNone/>
              <a:defRPr sz="12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7891" y="1274445"/>
            <a:ext cx="2612275" cy="2361067"/>
          </a:xfrm>
        </p:spPr>
        <p:txBody>
          <a:bodyPr/>
          <a:lstStyle>
            <a:lvl1pPr marL="0" indent="0">
              <a:buNone/>
              <a:defRPr sz="991"/>
            </a:lvl1pPr>
            <a:lvl2pPr marL="283190" indent="0">
              <a:buNone/>
              <a:defRPr sz="867"/>
            </a:lvl2pPr>
            <a:lvl3pPr marL="566379" indent="0">
              <a:buNone/>
              <a:defRPr sz="743"/>
            </a:lvl3pPr>
            <a:lvl4pPr marL="849569" indent="0">
              <a:buNone/>
              <a:defRPr sz="619"/>
            </a:lvl4pPr>
            <a:lvl5pPr marL="1132759" indent="0">
              <a:buNone/>
              <a:defRPr sz="619"/>
            </a:lvl5pPr>
            <a:lvl6pPr marL="1415948" indent="0">
              <a:buNone/>
              <a:defRPr sz="619"/>
            </a:lvl6pPr>
            <a:lvl7pPr marL="1699138" indent="0">
              <a:buNone/>
              <a:defRPr sz="619"/>
            </a:lvl7pPr>
            <a:lvl8pPr marL="1982328" indent="0">
              <a:buNone/>
              <a:defRPr sz="619"/>
            </a:lvl8pPr>
            <a:lvl9pPr marL="2265517" indent="0">
              <a:buNone/>
              <a:defRPr sz="6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9474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18508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96151" y="226175"/>
            <a:ext cx="1746439" cy="36001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6835" y="226175"/>
            <a:ext cx="5138073" cy="36001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1833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6836" y="226175"/>
            <a:ext cx="6985754" cy="821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836" y="1130873"/>
            <a:ext cx="6985754" cy="269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6835" y="3937406"/>
            <a:ext cx="1822371" cy="226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D65DE-F7AF-7F48-A4DA-8E76F1709C26}" type="datetimeFigureOut">
              <a:rPr lang="en-KR" smtClean="0"/>
              <a:t>11/20/25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2935" y="3937406"/>
            <a:ext cx="2733556" cy="226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219" y="3937406"/>
            <a:ext cx="1822371" cy="226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B4714-EA9A-AB4C-B27C-DB20131B1B3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2161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66379" rtl="0" eaLnBrk="1" latinLnBrk="0" hangingPunct="1">
        <a:lnSpc>
          <a:spcPct val="90000"/>
        </a:lnSpc>
        <a:spcBef>
          <a:spcPct val="0"/>
        </a:spcBef>
        <a:buNone/>
        <a:defRPr sz="27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595" indent="-141595" algn="l" defTabSz="566379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1734" kern="1200">
          <a:solidFill>
            <a:schemeClr val="tx1"/>
          </a:solidFill>
          <a:latin typeface="+mn-lt"/>
          <a:ea typeface="+mn-ea"/>
          <a:cs typeface="+mn-cs"/>
        </a:defRPr>
      </a:lvl1pPr>
      <a:lvl2pPr marL="424785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7" kern="1200">
          <a:solidFill>
            <a:schemeClr val="tx1"/>
          </a:solidFill>
          <a:latin typeface="+mn-lt"/>
          <a:ea typeface="+mn-ea"/>
          <a:cs typeface="+mn-cs"/>
        </a:defRPr>
      </a:lvl2pPr>
      <a:lvl3pPr marL="707974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39" kern="1200">
          <a:solidFill>
            <a:schemeClr val="tx1"/>
          </a:solidFill>
          <a:latin typeface="+mn-lt"/>
          <a:ea typeface="+mn-ea"/>
          <a:cs typeface="+mn-cs"/>
        </a:defRPr>
      </a:lvl3pPr>
      <a:lvl4pPr marL="991164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4pPr>
      <a:lvl5pPr marL="1274354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5pPr>
      <a:lvl6pPr marL="1557543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6pPr>
      <a:lvl7pPr marL="1840733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7pPr>
      <a:lvl8pPr marL="2123923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8pPr>
      <a:lvl9pPr marL="2407112" indent="-141595" algn="l" defTabSz="56637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1pPr>
      <a:lvl2pPr marL="283190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2pPr>
      <a:lvl3pPr marL="566379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3pPr>
      <a:lvl4pPr marL="849569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4pPr>
      <a:lvl5pPr marL="1132759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5pPr>
      <a:lvl6pPr marL="1415948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6pPr>
      <a:lvl7pPr marL="1699138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7pPr>
      <a:lvl8pPr marL="1982328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8pPr>
      <a:lvl9pPr marL="2265517" algn="l" defTabSz="566379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A7E28B8-50AB-7F66-86C2-85EB8313A075}"/>
              </a:ext>
            </a:extLst>
          </p:cNvPr>
          <p:cNvGrpSpPr/>
          <p:nvPr/>
        </p:nvGrpSpPr>
        <p:grpSpPr>
          <a:xfrm>
            <a:off x="27587" y="21685"/>
            <a:ext cx="8075204" cy="4237148"/>
            <a:chOff x="2073875" y="414284"/>
            <a:chExt cx="8075204" cy="42371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FFD88B-07AB-567C-195D-18F225BC5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3875" y="2294932"/>
              <a:ext cx="8075204" cy="2356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9C8F2B4-3DBC-84BB-4A38-617FFBDB4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3875" y="414284"/>
              <a:ext cx="3724868" cy="18806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C40671D-7A4A-BF2A-E2D5-615CF174B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1940"/>
            <a:stretch>
              <a:fillRect/>
            </a:stretch>
          </p:blipFill>
          <p:spPr>
            <a:xfrm>
              <a:off x="5798743" y="414285"/>
              <a:ext cx="2198657" cy="188064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14EBC-7CB8-8AA1-FEC7-1CA29BD17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9" t="48060" r="1315" b="4468"/>
            <a:stretch>
              <a:fillRect/>
            </a:stretch>
          </p:blipFill>
          <p:spPr>
            <a:xfrm>
              <a:off x="7997400" y="414284"/>
              <a:ext cx="2151679" cy="1880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5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4162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Oh, Hyunjic</dc:creator>
  <cp:lastModifiedBy>Oh, Hyunjic</cp:lastModifiedBy>
  <cp:revision>2</cp:revision>
  <dcterms:created xsi:type="dcterms:W3CDTF">2025-11-20T06:21:18Z</dcterms:created>
  <dcterms:modified xsi:type="dcterms:W3CDTF">2025-11-23T03:44:12Z</dcterms:modified>
</cp:coreProperties>
</file>